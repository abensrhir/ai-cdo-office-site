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AI Program Update</a:t>
            </a:r>
          </a:p>
          <a:p>
            <a:pPr algn="l">
              <a:spcBef>
                <a:spcPts val="1200"/>
              </a:spcBef>
              <a:defRPr sz="1600">
                <a:solidFill>
                  <a:srgbClr val="E8EDF5"/>
                </a:solidFill>
              </a:defRPr>
            </a:pPr>
            <a:r>
              <a:t>Board of Directors Briefing</a:t>
            </a:r>
            <a:br/>
            <a:r>
              <a:t>Meridian Healthcare — Q2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Situation / Complication /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Meridian must close the AI gap to maintain competitive position in healthcare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SITUATION: Healthcare industry AI adoption is accelerating — leaders invest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0.8% of revenue in AI vs Meridian's 0.03% (a 26x gap)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COMPLICATION: Meridian's AI maturity is 2.2/5.0, below healthcare average.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Clinical NLP pilot stalled for 8 months. EU AI Act audit in 6 months.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RESOLUTION: A structured $4.1M, 3-year AI investment to reach maturity 3.5/5.0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with 2.2x return and 18-month payback period.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Maturity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Below average across all 6 dimensions — urgent action needed on Governance and Talent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Overall: 2.2/5.0 (healthcare average: 2.8, leaders: 4.2)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Critical gap: Governance at 1.6 — HIPAA audit flagged 4 unresolved items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Critical gap: Talent at 1.9 — 0.6% of workforce vs 1.4% benchmark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Opportunity: 2 models in production vs 15+ for healthcare leaders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Target: Reach 3.5/5.0 within 24 months through phased investment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 — Top 5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Quick Win: Clinical NLP — $1.2M annual impact, 6-week production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1. Clinical NLP for coding — $1.2M savings/yr, 6-week timeline (pilot exists)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2. Predictive patient no-show — $860K savings/yr, scheduling optimization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3. Drug interaction detection — $2.1M value/yr, patient safety improvement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4. Supply chain optimization — $640K savings/yr, inventory right-sizing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5. Claims processing automation — $920K savings/yr, revenue cycle acceleration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Investment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Requesting approval: $1.2M Phase 1 investment this fiscal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Base case: $4.1M over 3 years → $9.2M return (2.2x NPV)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Phase 1 (FY26 Q2-Q3): $1.2M — Governance, NLP pilot, key hires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Phase 2 (FY26 Q4 - FY27 Q2): $1.4M — Platform, 3 production use cases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Phase 3 (FY27 Q3-Q4): $1.5M — Scale to 8 use cases, advanced analytics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Payback period: 18 months (conservative: 22 months)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Architecture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HIPAA-compliant, cloud-native architecture — governance-first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Target platform: Azure Synapse + Databricks + MLflow (HIPAA-compliant)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Aligned to existing Azure migration — no redundant infrastructure spend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EU AI Act readiness: governance framework addresses high-risk AI classification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HIPAA compliance: PHI data residency, access controls, audit trail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4 unresolved HIPAA audit findings addressed in Phase 1 governance workstream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Risk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Primary risk: EU AI Act compliance deadline — mitigated by governance-first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Regulatory: EU AI Act audit in 6 months — governance framework in Phase 1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Talent: AI/ML Lead hire critical path — market timeline 45-60 days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Technology: Azure migration dependency — aligned to IT roadmap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Adoption: Change management program for clinical staff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Data: 4 HIPAA audit findings require immediate remediation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Mitigation: Monthly risk review, quarterly board updates, phased investment gates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Next Steps &amp;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058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B2A4A"/>
                </a:solidFill>
              </a:defRPr>
            </a:pPr>
            <a:r>
              <a:t>Decision required: approve Phase 1 funding and authorize AI/ML Lead hire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Today: Board approval of $1.2M Phase 1 investment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Week 1: AI/ML Lead search initiated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Month 1: Governance framework deployed, HIPAA remediation started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Month 2: MLflow deployed, Clinical NLP pilot restarted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Month 3: NLP in production ($1.2M annual savings begins)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Month 6: EU AI Act readiness assessment, Phase 2 proposal to board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Board cadence: quarterly AI program updates beginning Q3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