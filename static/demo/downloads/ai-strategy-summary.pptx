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AI Strategy</a:t>
            </a:r>
          </a:p>
          <a:p>
            <a:pPr algn="l">
              <a:spcBef>
                <a:spcPts val="1200"/>
              </a:spcBef>
              <a:defRPr sz="1600">
                <a:solidFill>
                  <a:srgbClr val="E8EDF5"/>
                </a:solidFill>
              </a:defRPr>
            </a:pPr>
            <a:r>
              <a:t>Meridian Healthcare — From Reactive to Predictive</a:t>
            </a:r>
            <a:br/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Meridian must invest now to close the 26x AI spending gap vs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Meridian Healthcare's AI maturity is 2.2/5.0 — below healthcare average (2.8)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12 AI use cases identified; top 3 deliver $4.1M annual value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Clinical NLP quick win: $1.2M annual savings, 6-week timeline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Recommended investment: $4.1M over 3 years (base case)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Expected return: $9.2M by Year 3 (2.2x ROI, 18-month payback)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Critical gaps: Governance (1.6/5), Talent (1.9/5), Use Cases (2.1/5)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Maturity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Overall: 2.2/5.0 — Bottom 40th percentile in healthcare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Strategy &amp; Ambition: 2.3/5.0 (Industry: 2.8) — Developing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Data &amp; Technology: 2.7/5.0 (Industry: 3.1) — Developing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Talent &amp; Capabilities: 1.9/5.0 (Industry: 2.6) — Initial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Governance &amp; Responsible AI: 1.6/5.0 (Industry: 2.4) — Initial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Use Case Development: 2.1/5.0 (Industry: 2.9) — Developing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Ecosystem &amp; Innovation: 2.4/5.0 (Industry: 2.7) — Developing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Top 5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12 use cases scored on impact × feasibility — top 5 recommended for Phase 1-2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1. Clinical NLP for coding — Score 9.2, $1.2M annual, unblock stalled pilot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2. Predictive patient no-show — Score 8.7, $860K annual, scheduling optimization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3. Drug interaction detection — Score 7.8, $2.1M annual, patient safety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4. Supply chain optimization — Score 7.4, $640K annual, inventory reduction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5. Claims processing automation — Score 6.9, $920K annual, revenue cycle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Investment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Recommended: Base case ($4.1M/3yr) — 2.2x return on investment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Conservative: $3.4M investment → $5.8M return, $2.0M NPV, 22-month payback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Base Case: $4.1M investment → $9.2M return, $4.4M NPV, 18-month payback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Aggressive: $4.8M investment → $13.5M return, $7.5M NPV, 14-month payback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1 (Q2-Q3): $1.2M — Governance, NLP pilot, hire AI/ML Lead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2 (Q4-Q2 FY27): $1.4M — Platform build, 3 use cases to production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3 (Q3-Q4 FY27): $1.5M — Scale to 8 use cases, advanced analytics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Architecture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HIPAA-compliant, cloud-native platform aligned to Azure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Current state: On-prem SQL Server, partial Azure migration, no ML platform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Target state: Azure Synapse + Databricks + MLflow + Airflow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Architecture investment: $1.8M over 18 months (3 phases)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1: Azure migration completion + MLflow deployment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2: Databricks + feature store + monitoring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3: Real-time inference + advanced MLOps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Key constraint: HIPAA-compliant architecture (PHI data residency in Azure)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Immediate action required: approve Phase 1 funding and AI/ML Lead hire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Board approval: $1.2M Phase 1 investment (this fiscal year)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1: Hire AI/ML Lead, deploy governance framework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2: Implement MLflow, unblock Clinical NLP pilot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3: NLP pilot to production, begin predictive no-show model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6: EU AI Act readiness assessment complete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Quarterly: Board update on AI program progress and KPIs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